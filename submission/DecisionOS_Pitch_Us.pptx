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d551bbf624c6e" /><Relationship Type="http://schemas.openxmlformats.org/officeDocument/2006/relationships/extended-properties" Target="/docProps/app.xml" Id="Rfff2be1209494a31" /><Relationship Type="http://schemas.openxmlformats.org/officeDocument/2006/relationships/officeDocument" Target="/ppt/presentation.xml" Id="R3bc719bbbd8e41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7180c75914af8"/>
  </p:sldMasterIdLst>
  <p:notesMasterIdLst>
    <p:notesMasterId xmlns:r="http://schemas.openxmlformats.org/officeDocument/2006/relationships" r:id="R8bb5e7b03fb2413b"/>
  </p:notesMasterIdLst>
  <p:sldIdLst>
    <p:sldId xmlns:r="http://schemas.openxmlformats.org/officeDocument/2006/relationships" id="256" r:id="R14bb32d6f50b47a3"/>
    <p:sldId xmlns:r="http://schemas.openxmlformats.org/officeDocument/2006/relationships" id="257" r:id="R9803e7b104074028"/>
    <p:sldId xmlns:r="http://schemas.openxmlformats.org/officeDocument/2006/relationships" id="258" r:id="R051c34d129564a86"/>
    <p:sldId xmlns:r="http://schemas.openxmlformats.org/officeDocument/2006/relationships" id="259" r:id="R18bee867aa404d5a"/>
    <p:sldId xmlns:r="http://schemas.openxmlformats.org/officeDocument/2006/relationships" id="260" r:id="Ra2197de0130a4eae"/>
    <p:sldId xmlns:r="http://schemas.openxmlformats.org/officeDocument/2006/relationships" id="261" r:id="R95ad4aee5b394ddb"/>
    <p:sldId xmlns:r="http://schemas.openxmlformats.org/officeDocument/2006/relationships" id="262" r:id="Ra315edb59412430a"/>
    <p:sldId xmlns:r="http://schemas.openxmlformats.org/officeDocument/2006/relationships" id="263" r:id="Rd72deaf6e5174e60"/>
    <p:sldId xmlns:r="http://schemas.openxmlformats.org/officeDocument/2006/relationships" id="264" r:id="R840f5e778dfb42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173d0d12a4428e" /><Relationship Type="http://schemas.openxmlformats.org/officeDocument/2006/relationships/slideMaster" Target="/ppt/slideMasters/slideMaster1.xml" Id="Rf307180c75914af8" /><Relationship Type="http://schemas.openxmlformats.org/officeDocument/2006/relationships/notesMaster" Target="/ppt/notesMasters/notesMaster1.xml" Id="R8bb5e7b03fb2413b" /><Relationship Type="http://schemas.openxmlformats.org/officeDocument/2006/relationships/presProps" Target="/ppt/presProps.xml" Id="R9f75472074474b00" /><Relationship Type="http://schemas.openxmlformats.org/officeDocument/2006/relationships/tableStyles" Target="/ppt/tableStyles.xml" Id="Ra850ace7308647e0" /><Relationship Type="http://schemas.openxmlformats.org/officeDocument/2006/relationships/slide" Target="/ppt/slides/slide1.xml" Id="R14bb32d6f50b47a3" /><Relationship Type="http://schemas.openxmlformats.org/officeDocument/2006/relationships/slide" Target="/ppt/slides/slide2.xml" Id="R9803e7b104074028" /><Relationship Type="http://schemas.openxmlformats.org/officeDocument/2006/relationships/slide" Target="/ppt/slides/slide3.xml" Id="R051c34d129564a86" /><Relationship Type="http://schemas.openxmlformats.org/officeDocument/2006/relationships/slide" Target="/ppt/slides/slide4.xml" Id="R18bee867aa404d5a" /><Relationship Type="http://schemas.openxmlformats.org/officeDocument/2006/relationships/slide" Target="/ppt/slides/slide5.xml" Id="Ra2197de0130a4eae" /><Relationship Type="http://schemas.openxmlformats.org/officeDocument/2006/relationships/slide" Target="/ppt/slides/slide6.xml" Id="R95ad4aee5b394ddb" /><Relationship Type="http://schemas.openxmlformats.org/officeDocument/2006/relationships/slide" Target="/ppt/slides/slide7.xml" Id="Ra315edb59412430a" /><Relationship Type="http://schemas.openxmlformats.org/officeDocument/2006/relationships/slide" Target="/ppt/slides/slide8.xml" Id="Rd72deaf6e5174e60" /><Relationship Type="http://schemas.openxmlformats.org/officeDocument/2006/relationships/slide" Target="/ppt/slides/slide9.xml" Id="R840f5e778dfb42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9b81414465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6658021ca94d1a" /><Relationship Type="http://schemas.openxmlformats.org/officeDocument/2006/relationships/notesMaster" Target="/ppt/notesMasters/notesMaster1.xml" Id="R6659c6b0fd46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f30e10d6214aff" /><Relationship Type="http://schemas.openxmlformats.org/officeDocument/2006/relationships/notesMaster" Target="/ppt/notesMasters/notesMaster1.xml" Id="Rdba94a7b7deb41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a497ecc46c4d46" /><Relationship Type="http://schemas.openxmlformats.org/officeDocument/2006/relationships/notesMaster" Target="/ppt/notesMasters/notesMaster1.xml" Id="R61210ad8979143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b5a8454354c2f" /><Relationship Type="http://schemas.openxmlformats.org/officeDocument/2006/relationships/notesMaster" Target="/ppt/notesMasters/notesMaster1.xml" Id="Rcdf0fee3fb884d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0babafdcf743a7" /><Relationship Type="http://schemas.openxmlformats.org/officeDocument/2006/relationships/notesMaster" Target="/ppt/notesMasters/notesMaster1.xml" Id="R308649fa5a2341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3e5ef528d74a6d" /><Relationship Type="http://schemas.openxmlformats.org/officeDocument/2006/relationships/notesMaster" Target="/ppt/notesMasters/notesMaster1.xml" Id="R2eae5fc950f6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6ed100a7d340d6" /><Relationship Type="http://schemas.openxmlformats.org/officeDocument/2006/relationships/notesMaster" Target="/ppt/notesMasters/notesMaster1.xml" Id="R8d833323e4a247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4e8151ee994b3e" /><Relationship Type="http://schemas.openxmlformats.org/officeDocument/2006/relationships/notesMaster" Target="/ppt/notesMasters/notesMaster1.xml" Id="Rb48e700598ad44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3501ae46024929" /><Relationship Type="http://schemas.openxmlformats.org/officeDocument/2006/relationships/notesMaster" Target="/ppt/notesMasters/notesMaster1.xml" Id="R9c49921a713045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synthetic prototype by registered team Us!. Product/build direction supplied by the user; substantial code and documentation assisted by Codex. Leader/member details and declarations require confirmation. No live Orbyte API or genuine MiroFish simulation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 from Domain 2 brief and the supplied synthetic cafe scenario. No SME field study. Screenshot: original app, docs/screenshots/mobile-operations.jpg.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backend/services/rules.py and seed.py. Exact quote arithmetic for 60 litres. Delivery and daily usage are assumptions. RM90 is a premium, not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API/procurement service and native browser verification in docs/TESTING.md. Simulated roles. No external order or payment. Deterministic comparison independent of MiroFish.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evidence: docs/screenshots/purchase-draft-audit.jpg. Synthetic decision 3a714d27; Supplier B RM660; PO FD30EC6B. Reload and server restart preserved it. Actual software screenshot, not a mock-up.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API.md and https://github.com/666ghj/MiroFish/tree/7657031ac01184afe2cb220f5ee3545573b5e843 . Original HTTP adapter; no upstream code bundled. Editable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scenarios.py and docs/MIROFISH.md. Social-agent environments adapted to fictional business perspectives. Upstream environment installed; small Gemini provider checks passed, but the locally saved Zep value is masked and invalid. No genuine report, live latency or token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source: https://sdgs.un.org/goals/goal8 . 8.2: productivity through technology; 8.3: SME development. Numbers are planning assumptions/targets, not measured results. Source: docs/BENEFITS.md.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Replit on 23 October 2026: 33 backend tests, 3 component tests, typecheck, build and 4 Playwright tests passed. Browser tests used installed Chromium 152.0.7977.64 after bundled Chromium lacked libglib. Native approval and reload verified. GitHub CI, team declarations and remote publication pending. Workspace: https://replit.com/@jeremyjunxuanta/orbyte-decisionos . User will record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778ae2cb84f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4e5b523c34a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2f8dfcc4942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08b00709c41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96d631d3140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7aa99455f42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F03300-114A-46C5-8534-BEAFD5E559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412FAF-627A-4DF5-B909-A7D8987B73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E6FCC3-195F-4FE1-BB71-914F87177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891FD1-337E-4C76-9FFE-893987109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AF44D1-1E88-481F-93C3-73A44A74EE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752248-066D-4A08-91CE-104273158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391DFE-B560-4249-B958-6A536D7A1F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A45212-6F2E-41F1-A6C0-E17D3FCCC1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38E58-A9CD-456C-9D48-FC2F55501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155F11-3A0B-4A77-ADD6-5C10B7A9BE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42b4654564526" /><Relationship Type="http://schemas.openxmlformats.org/officeDocument/2006/relationships/slideLayout" Target="/ppt/slideLayouts/slideLayout1.xml" Id="Rf35b613f8ce745d7" /><Relationship Type="http://schemas.openxmlformats.org/officeDocument/2006/relationships/slideLayout" Target="/ppt/slideLayouts/slideLayout2.xml" Id="R844d6b7a5fe942fb" /><Relationship Type="http://schemas.openxmlformats.org/officeDocument/2006/relationships/slideLayout" Target="/ppt/slideLayouts/slideLayout3.xml" Id="R4ed726be819e47e3" /><Relationship Type="http://schemas.openxmlformats.org/officeDocument/2006/relationships/slideLayout" Target="/ppt/slideLayouts/slideLayout4.xml" Id="R6073418f23d34171" /><Relationship Type="http://schemas.openxmlformats.org/officeDocument/2006/relationships/slideLayout" Target="/ppt/slideLayouts/slideLayout5.xml" Id="R12609eb36db54268" /><Relationship Type="http://schemas.openxmlformats.org/officeDocument/2006/relationships/slideLayout" Target="/ppt/slideLayouts/slideLayout6.xml" Id="R88de2d25549644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b613f8ce745d7"/>
    <p:sldLayoutId xmlns:r="http://schemas.openxmlformats.org/officeDocument/2006/relationships" id="2147483650" r:id="R844d6b7a5fe942fb"/>
    <p:sldLayoutId xmlns:r="http://schemas.openxmlformats.org/officeDocument/2006/relationships" id="2147483651" r:id="R4ed726be819e47e3"/>
    <p:sldLayoutId xmlns:r="http://schemas.openxmlformats.org/officeDocument/2006/relationships" id="2147483652" r:id="R6073418f23d34171"/>
    <p:sldLayoutId xmlns:r="http://schemas.openxmlformats.org/officeDocument/2006/relationships" id="2147483653" r:id="R12609eb36db54268"/>
    <p:sldLayoutId xmlns:r="http://schemas.openxmlformats.org/officeDocument/2006/relationships" id="2147483654" r:id="R88de2d25549644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9994d6eac46f6" /><Relationship Type="http://schemas.openxmlformats.org/officeDocument/2006/relationships/notesSlide" Target="/ppt/notesSlides/notesSlide1.xml" Id="Rae95bab382cf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05d1b54f945de" /><Relationship Type="http://schemas.openxmlformats.org/officeDocument/2006/relationships/image" Target="/ppt/media/image.jpeg" Id="R1a8bf46d07854be6" /><Relationship Type="http://schemas.openxmlformats.org/officeDocument/2006/relationships/notesSlide" Target="/ppt/notesSlides/notesSlide2.xml" Id="Rf5037849dc7e40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8efed932f4d11" /><Relationship Type="http://schemas.openxmlformats.org/officeDocument/2006/relationships/notesSlide" Target="/ppt/notesSlides/notesSlide3.xml" Id="R5f914d325129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7336804ac4b9a" /><Relationship Type="http://schemas.openxmlformats.org/officeDocument/2006/relationships/notesSlide" Target="/ppt/notesSlides/notesSlide4.xml" Id="R2550072aa408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02cc58dd640e0" /><Relationship Type="http://schemas.openxmlformats.org/officeDocument/2006/relationships/image" Target="/ppt/media/image2.jpeg" Id="Ra1b7a55bac57449a" /><Relationship Type="http://schemas.openxmlformats.org/officeDocument/2006/relationships/notesSlide" Target="/ppt/notesSlides/notesSlide5.xml" Id="R2a19b2e2f9fc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75e324d824e4c" /><Relationship Type="http://schemas.openxmlformats.org/officeDocument/2006/relationships/notesSlide" Target="/ppt/notesSlides/notesSlide6.xml" Id="Rec53fb59301146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cee0ba5d040aa" /><Relationship Type="http://schemas.openxmlformats.org/officeDocument/2006/relationships/notesSlide" Target="/ppt/notesSlides/notesSlide7.xml" Id="R0d2071d43a784b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cb41dab0a4f63" /><Relationship Type="http://schemas.openxmlformats.org/officeDocument/2006/relationships/notesSlide" Target="/ppt/notesSlides/notesSlide8.xml" Id="Rb4eb525f818f48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1d5149f9a4013" /><Relationship Type="http://schemas.openxmlformats.org/officeDocument/2006/relationships/notesSlide" Target="/ppt/notesSlides/notesSlide9.xml" Id="R484df74316ac4c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F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091B-BFAA-4426-8E10-82A7BC4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Orbyte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B1925-AF7B-4246-AE49-78F571C5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2DF"/>
                </a:solidFill>
                <a:latin typeface="Arial"/>
                <a:ea typeface="Arial"/>
                <a:cs typeface="Arial"/>
              </a:rPr>
              <a:t>Owner-controlled procurement for Malaysian SMEs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094A4-55A4-4EAC-B651-853F70BC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AE6D2"/>
                </a:solidFill>
                <a:latin typeface="Arial"/>
                <a:ea typeface="Arial"/>
                <a:cs typeface="Arial"/>
              </a:rPr>
              <a:t>Team Us! · Domain 2 · Orbyte Smart SME Challenge · SDG 8</a:t>
            </a:r>
          </a:p>
        </p:txBody>
      </p:sp>
    </p:spTree>
    <p:extLst>
      <p:ext uri="{BB962C8B-B14F-4D97-AF65-F5344CB8AC3E}">
        <p14:creationId xmlns:p14="http://schemas.microsoft.com/office/powerpoint/2010/main" val="1749958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4E4B3-422B-4227-BFB6-7807C5E8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daily procurement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F078E-09A2-4411-8B8A-776FF9A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1.5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ACD12-1F80-4E17-978D-EB3E1A3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of milk coverage in the reference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C2471-EAED-4EDD-9767-813C4CAD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Owners must compare cost with delivery timing, then record a decision they can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D9415-835D-44C9-ABC7-86295B7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18 litres in stock ÷ 12 litres/day</a:t>
            </a:r>
          </a:p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All records are synthetic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ACC0E-DA27-4F58-8E35-BAA72D0FA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bf46d07854be6"/>
          <a:stretch xmlns:a="http://schemas.openxmlformats.org/drawingml/2006/main"/>
        </p:blipFill>
        <p:spPr>
          <a:xfrm xmlns:a="http://schemas.openxmlformats.org/drawingml/2006/main">
            <a:off x="8681680" y="1333500"/>
            <a:ext cx="2353391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31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5C118-B2EE-474E-8046-A030A18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cheaper quote arrives later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AB1E2-5AAF-42E7-974F-7BFB93F9D5E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 60 litres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A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B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Unit price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RM9.50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RM11.00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Quoted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RM570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RM660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Estimated delivery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4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1 day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Arrival vs. stock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2.5 days after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0.5 days before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7535B-933A-4FB5-9DB3-8CE3D883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RM90 premium for earlier estimated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78045-A659-4C16-8A73-1A3A03CB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Owner decides. Shipping, tax, spoilage and delivery guarantees are not provided.</a:t>
            </a:r>
          </a:p>
        </p:txBody>
      </p:sp>
    </p:spTree>
    <p:extLst>
      <p:ext uri="{BB962C8B-B14F-4D97-AF65-F5344CB8AC3E}">
        <p14:creationId xmlns:p14="http://schemas.microsoft.com/office/powerpoint/2010/main" val="481087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25CDE-FD80-4658-81F2-30738611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complete approval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563D1-F06D-45BD-886A-DA064EB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BD39E-6FF7-481B-B747-7C8BDEE7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24623-592F-43DC-B9E8-DF4E43CB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763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Run the inventory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AC247-F4A5-4F4C-97D4-90ABEF5A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2D752-F73D-4D00-A792-5EBD97D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907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69570-C3E1-4ED8-B489-58B0F54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907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Read stock and supplier quotes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47572-2B47-4583-8B30-C279EB51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E991F-8B1D-44FA-99F4-BD7A7B5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D6B1C-B5DB-4DB5-8BB9-30E3B71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051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Calculate coverage, cost and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C6779-6961-4773-86E8-0585A6B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C0534-119A-445B-AF56-10872DAC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195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FFD31-6192-47B8-A694-52FB291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95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selects an option and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090A5-BABC-41FB-B800-5714BDF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6A350-2BAD-4EBF-A0A9-53EE2A2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8ABFB-CB33-418C-B4F3-2924E8D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339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Save a draft and persistent audit</a:t>
            </a:r>
          </a:p>
        </p:txBody>
      </p:sp>
    </p:spTree>
    <p:extLst>
      <p:ext uri="{BB962C8B-B14F-4D97-AF65-F5344CB8AC3E}">
        <p14:creationId xmlns:p14="http://schemas.microsoft.com/office/powerpoint/2010/main" val="1813283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18F70-11D9-463F-B278-5A6E7DE8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visible, persistent outcome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64AC6-4417-41BB-B430-EAE5250FC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7a55bac57449a"/>
          <a:stretch xmlns:a="http://schemas.openxmlformats.org/drawingml/2006/main"/>
        </p:blipFill>
        <p:spPr>
          <a:xfrm xmlns:a="http://schemas.openxmlformats.org/drawingml/2006/main">
            <a:off x="2329873" y="1285875"/>
            <a:ext cx="7513205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39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53E6C-DA1F-49BB-941C-7E7FFC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Architecture and the Orbyte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F1B5D-A51E-4463-9789-453848ED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Operational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FD38C-791A-47A8-A007-830E113C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191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Next.js interface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FastAPI + deterministic rules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approval transaction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SQLite: draft + audit +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3D6A-361F-4068-91FD-22E8DEC6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Optional scenario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2D529-2CC2-44CE-937B-E9862348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4286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Persistent request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Separate worker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Pinned MiroFish service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Approved LLM + Zep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BE029-EE74-46EC-AEE6-471F4FCC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Mock Orbyte-style connector: our own interface assumption, not an official integration.</a:t>
            </a:r>
          </a:p>
        </p:txBody>
      </p:sp>
    </p:spTree>
    <p:extLst>
      <p:ext uri="{BB962C8B-B14F-4D97-AF65-F5344CB8AC3E}">
        <p14:creationId xmlns:p14="http://schemas.microsoft.com/office/powerpoint/2010/main" val="621222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F1A38-E19E-42E0-A870-8DFD14D9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Simulation explores uncertain complications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015F0-4E5B-4D77-8F93-4285FB1D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What if ingredient delivery is delayed by three days?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1381D-33EA-413E-8749-FFAC72ED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Fictional perspectives: owner, purchasing manager, supplier, delivery coordinator and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235E3-DDB5-4A35-A038-CED74D8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Explore menu changes, extra workload and possible mitigation.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Do not turn agent opinions into demand forecasts.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FA8C4-C15D-4AF2-886A-C9BFECC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Current state: Gemini check passed; Zep key and live simulation pending.</a:t>
            </a:r>
          </a:p>
        </p:txBody>
      </p:sp>
    </p:spTree>
    <p:extLst>
      <p:ext uri="{BB962C8B-B14F-4D97-AF65-F5344CB8AC3E}">
        <p14:creationId xmlns:p14="http://schemas.microsoft.com/office/powerpoint/2010/main" val="1042180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B7C88-1115-499E-B413-6C00AA6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Impact to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82F3-E52E-437C-BBEC-AEDD26B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35016-2BF2-430F-8EE1-65E49182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proposed reduction in task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10C57-C287-4203-A57F-AEB184C6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Planning baseline: 10 minutes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Target: 7 minutes or less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Neither has been measured yet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00824-7828-496F-8D8C-F8D259F3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SDG 8.2 / 8.3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F1196-E45B-4E23-ABF4-EA8FA0BD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714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Less repetitive administration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Traceable owner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 reusable SME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88EDE-FCBF-486E-B546-CA67F7D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Pilot: same synthetic task, alternating task order, recorded errors and assistance.</a:t>
            </a:r>
          </a:p>
        </p:txBody>
      </p:sp>
    </p:spTree>
    <p:extLst>
      <p:ext uri="{BB962C8B-B14F-4D97-AF65-F5344CB8AC3E}">
        <p14:creationId xmlns:p14="http://schemas.microsoft.com/office/powerpoint/2010/main" val="303084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01753-698D-425A-82AF-7181D8EC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Verified today; next validation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D0B6-7D24-415D-9D75-6B75D8AF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Working procurement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0D390-9B6C-4CC8-B827-EFAF4623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33 backend + 3 component + 4 browser tests passed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Type checking and production build passed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Replit approval and reload persistence 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04BF0-AA58-4736-B46F-E7418BF5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Still to validate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97D40-6689-4648-8B0D-2376763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GitHub CI and publication · team review</a:t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One approved MiroFish run · timed SME usability study</a:t>
            </a:r>
          </a:p>
        </p:txBody>
      </p:sp>
    </p:spTree>
    <p:extLst>
      <p:ext uri="{BB962C8B-B14F-4D97-AF65-F5344CB8AC3E}">
        <p14:creationId xmlns:p14="http://schemas.microsoft.com/office/powerpoint/2010/main" val="2071158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2026-10-24T02:38:15.9860000Z</dcterms:created>
  <dcterms:modified xsi:type="dcterms:W3CDTF">2026-10-24T02:38:15.9860000Z</dcterms:modified>
</coreProperties>
</file>