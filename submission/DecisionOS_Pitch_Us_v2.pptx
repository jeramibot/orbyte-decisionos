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a43b8b5fe4ec0" /><Relationship Type="http://schemas.openxmlformats.org/officeDocument/2006/relationships/extended-properties" Target="/docProps/app.xml" Id="Ra5cc34be0fb9487a" /><Relationship Type="http://schemas.openxmlformats.org/officeDocument/2006/relationships/officeDocument" Target="/ppt/presentation.xml" Id="R4d38f70835d245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72bff85994eec"/>
  </p:sldMasterIdLst>
  <p:notesMasterIdLst>
    <p:notesMasterId xmlns:r="http://schemas.openxmlformats.org/officeDocument/2006/relationships" r:id="R457b78292b9b4015"/>
  </p:notesMasterIdLst>
  <p:sldIdLst>
    <p:sldId xmlns:r="http://schemas.openxmlformats.org/officeDocument/2006/relationships" id="256" r:id="R66a68d848c064a4d"/>
    <p:sldId xmlns:r="http://schemas.openxmlformats.org/officeDocument/2006/relationships" id="257" r:id="R094a24037b7a4254"/>
    <p:sldId xmlns:r="http://schemas.openxmlformats.org/officeDocument/2006/relationships" id="258" r:id="R0fe2b69ec12946ec"/>
    <p:sldId xmlns:r="http://schemas.openxmlformats.org/officeDocument/2006/relationships" id="259" r:id="R46df92ceea854962"/>
    <p:sldId xmlns:r="http://schemas.openxmlformats.org/officeDocument/2006/relationships" id="260" r:id="Rec6a919a5f564626"/>
    <p:sldId xmlns:r="http://schemas.openxmlformats.org/officeDocument/2006/relationships" id="261" r:id="R8b239ec962604c17"/>
    <p:sldId xmlns:r="http://schemas.openxmlformats.org/officeDocument/2006/relationships" id="262" r:id="R4d35f86a952f4e14"/>
    <p:sldId xmlns:r="http://schemas.openxmlformats.org/officeDocument/2006/relationships" id="263" r:id="Rff18c5a332834a3d"/>
    <p:sldId xmlns:r="http://schemas.openxmlformats.org/officeDocument/2006/relationships" id="264" r:id="R8243f7b7fe64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bdb12a85247bd" /><Relationship Type="http://schemas.openxmlformats.org/officeDocument/2006/relationships/slideMaster" Target="/ppt/slideMasters/slideMaster1.xml" Id="Rfb972bff85994eec" /><Relationship Type="http://schemas.openxmlformats.org/officeDocument/2006/relationships/notesMaster" Target="/ppt/notesMasters/notesMaster1.xml" Id="R457b78292b9b4015" /><Relationship Type="http://schemas.openxmlformats.org/officeDocument/2006/relationships/presProps" Target="/ppt/presProps.xml" Id="Ra6e742611dbf422b" /><Relationship Type="http://schemas.openxmlformats.org/officeDocument/2006/relationships/tableStyles" Target="/ppt/tableStyles.xml" Id="Rffc9d5c348a248ab" /><Relationship Type="http://schemas.openxmlformats.org/officeDocument/2006/relationships/slide" Target="/ppt/slides/slide1.xml" Id="R66a68d848c064a4d" /><Relationship Type="http://schemas.openxmlformats.org/officeDocument/2006/relationships/slide" Target="/ppt/slides/slide2.xml" Id="R094a24037b7a4254" /><Relationship Type="http://schemas.openxmlformats.org/officeDocument/2006/relationships/slide" Target="/ppt/slides/slide3.xml" Id="R0fe2b69ec12946ec" /><Relationship Type="http://schemas.openxmlformats.org/officeDocument/2006/relationships/slide" Target="/ppt/slides/slide4.xml" Id="R46df92ceea854962" /><Relationship Type="http://schemas.openxmlformats.org/officeDocument/2006/relationships/slide" Target="/ppt/slides/slide5.xml" Id="Rec6a919a5f564626" /><Relationship Type="http://schemas.openxmlformats.org/officeDocument/2006/relationships/slide" Target="/ppt/slides/slide6.xml" Id="R8b239ec962604c17" /><Relationship Type="http://schemas.openxmlformats.org/officeDocument/2006/relationships/slide" Target="/ppt/slides/slide7.xml" Id="R4d35f86a952f4e14" /><Relationship Type="http://schemas.openxmlformats.org/officeDocument/2006/relationships/slide" Target="/ppt/slides/slide8.xml" Id="Rff18c5a332834a3d" /><Relationship Type="http://schemas.openxmlformats.org/officeDocument/2006/relationships/slide" Target="/ppt/slides/slide9.xml" Id="R8243f7b7fe64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495995067142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8220c57dca40e4" /><Relationship Type="http://schemas.openxmlformats.org/officeDocument/2006/relationships/notesMaster" Target="/ppt/notesMasters/notesMaster1.xml" Id="R62e9dfdb2cbd45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36183da92482a" /><Relationship Type="http://schemas.openxmlformats.org/officeDocument/2006/relationships/notesMaster" Target="/ppt/notesMasters/notesMaster1.xml" Id="R806a6a7f93384b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8b194c208f4838" /><Relationship Type="http://schemas.openxmlformats.org/officeDocument/2006/relationships/notesMaster" Target="/ppt/notesMasters/notesMaster1.xml" Id="R2deab7fab9ae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796989ffb74836" /><Relationship Type="http://schemas.openxmlformats.org/officeDocument/2006/relationships/notesMaster" Target="/ppt/notesMasters/notesMaster1.xml" Id="R397d78b687b143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768343cc3491d" /><Relationship Type="http://schemas.openxmlformats.org/officeDocument/2006/relationships/notesMaster" Target="/ppt/notesMasters/notesMaster1.xml" Id="R5a10607c9c50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670ef1acd48b3" /><Relationship Type="http://schemas.openxmlformats.org/officeDocument/2006/relationships/notesMaster" Target="/ppt/notesMasters/notesMaster1.xml" Id="R2c343f4df792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dea668c2a4c6e" /><Relationship Type="http://schemas.openxmlformats.org/officeDocument/2006/relationships/notesMaster" Target="/ppt/notesMasters/notesMaster1.xml" Id="Ra057ed8e97f64b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17b688b87430f" /><Relationship Type="http://schemas.openxmlformats.org/officeDocument/2006/relationships/notesMaster" Target="/ppt/notesMasters/notesMaster1.xml" Id="R51f78e8b8a84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85034e22254187" /><Relationship Type="http://schemas.openxmlformats.org/officeDocument/2006/relationships/notesMaster" Target="/ppt/notesMasters/notesMaster1.xml" Id="R4bac093430e8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synthetic prototype by registered team Us!. Product/build direction supplied by the user; substantial code and documentation assisted by Codex. Leader/member details and declarations require confirmation. No live Orbyte API or genuine MiroFish simulation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from Domain 2 brief and the supplied synthetic cafe scenario. No SME field study. Screenshot: original app, docs/screenshots/mobile-operations.jpg.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backend/services/rules.py and seed.py. Exact quote arithmetic for 60 litres. Delivery and daily usage are assumptions. RM90 is a premium, not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API/procurement service and native browser verification in docs/TESTING.md. Simulated roles. No external order or payment. Deterministic comparison independent of MiroFish.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evidence: docs/screenshots/purchase-draft-audit.jpg. Synthetic decision 3a714d27; Supplier B RM660; PO FD30EC6B. Reload and server restart preserved it. Actual software screenshot, not a mock-up.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API.md and https://github.com/666ghj/MiroFish/tree/7657031ac01184afe2cb220f5ee3545573b5e843 . Original HTTP adapter; no upstream code bundled. Editable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scenarios.py and docs/MIROFISH.md. Social-agent environments adapted to fictional business perspectives. Upstream environment installed; small Gemini provider checks passed, but the locally saved Zep value is masked and invalid. No genuine report, live latency or token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source: https://sdgs.un.org/goals/goal8 . 8.2: productivity through technology; 8.3: SME development. Numbers are planning assumptions/targets, not measured results. Source: docs/BENEFITS.md.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Replit on 23 October 2026: 33 backend tests, 3 component tests, typecheck, build and 4 Playwright tests passed. Browser tests used installed Chromium 152.0.7977.64. GitHub CI passed. On 24 October the public synthetic Replit demo passed security checks and an inventory-check, owner-approval, draft and reload check. Live URL: https://orbyte-decisionos--jeremyjunxuanta.replit.app/ . Team declarations, video, committee GitHub access and Core-voucher eligibility remain pending. No genuine MiroFish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80a8353eb48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20141ce504a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bc551458249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88a6726c747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2df874a9448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485e833ca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FACD55-B9A1-4342-8902-C569C1E61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31B986-599E-40A6-948E-C216215B2E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04967D-BA7B-4DA5-90E2-CAC00D75B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52903-573F-4096-8205-D96F3A940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DC7A19-179B-4F21-AAB5-8FB9D0E69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2C94AE-18E9-4D9E-8BB2-194524522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40872-8B4F-43E3-9632-9D6EBAC4C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F26C77-84A0-4B62-9482-AA6C092589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91909E-7EB7-4761-B78B-E42EE939B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2059C5-045E-449E-8F4F-BF0324E8A5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df56de055343f0" /><Relationship Type="http://schemas.openxmlformats.org/officeDocument/2006/relationships/slideLayout" Target="/ppt/slideLayouts/slideLayout1.xml" Id="Rea794045365f4d2a" /><Relationship Type="http://schemas.openxmlformats.org/officeDocument/2006/relationships/slideLayout" Target="/ppt/slideLayouts/slideLayout2.xml" Id="Rfad361077d4a4255" /><Relationship Type="http://schemas.openxmlformats.org/officeDocument/2006/relationships/slideLayout" Target="/ppt/slideLayouts/slideLayout3.xml" Id="Ra98940ee698f462f" /><Relationship Type="http://schemas.openxmlformats.org/officeDocument/2006/relationships/slideLayout" Target="/ppt/slideLayouts/slideLayout4.xml" Id="Raae243518d1144a7" /><Relationship Type="http://schemas.openxmlformats.org/officeDocument/2006/relationships/slideLayout" Target="/ppt/slideLayouts/slideLayout5.xml" Id="Rd40aabd8d9e74d36" /><Relationship Type="http://schemas.openxmlformats.org/officeDocument/2006/relationships/slideLayout" Target="/ppt/slideLayouts/slideLayout6.xml" Id="R1bae402b151f44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94045365f4d2a"/>
    <p:sldLayoutId xmlns:r="http://schemas.openxmlformats.org/officeDocument/2006/relationships" id="2147483650" r:id="Rfad361077d4a4255"/>
    <p:sldLayoutId xmlns:r="http://schemas.openxmlformats.org/officeDocument/2006/relationships" id="2147483651" r:id="Ra98940ee698f462f"/>
    <p:sldLayoutId xmlns:r="http://schemas.openxmlformats.org/officeDocument/2006/relationships" id="2147483652" r:id="Raae243518d1144a7"/>
    <p:sldLayoutId xmlns:r="http://schemas.openxmlformats.org/officeDocument/2006/relationships" id="2147483653" r:id="Rd40aabd8d9e74d36"/>
    <p:sldLayoutId xmlns:r="http://schemas.openxmlformats.org/officeDocument/2006/relationships" id="2147483654" r:id="R1bae402b151f44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82799870d4d26" /><Relationship Type="http://schemas.openxmlformats.org/officeDocument/2006/relationships/notesSlide" Target="/ppt/notesSlides/notesSlide1.xml" Id="Rffa0a6535335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192c3db35466e" /><Relationship Type="http://schemas.openxmlformats.org/officeDocument/2006/relationships/image" Target="/ppt/media/image.jpeg" Id="R080dcfdcfe3442ce" /><Relationship Type="http://schemas.openxmlformats.org/officeDocument/2006/relationships/notesSlide" Target="/ppt/notesSlides/notesSlide2.xml" Id="Rd0e5d309e5b54f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fdad418b641bb" /><Relationship Type="http://schemas.openxmlformats.org/officeDocument/2006/relationships/notesSlide" Target="/ppt/notesSlides/notesSlide3.xml" Id="R2ecf1e82d2e3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14f69881a46e9" /><Relationship Type="http://schemas.openxmlformats.org/officeDocument/2006/relationships/notesSlide" Target="/ppt/notesSlides/notesSlide4.xml" Id="R846b14ca469c45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4d06a187b4c26" /><Relationship Type="http://schemas.openxmlformats.org/officeDocument/2006/relationships/image" Target="/ppt/media/image2.jpeg" Id="R1d864c84b5464559" /><Relationship Type="http://schemas.openxmlformats.org/officeDocument/2006/relationships/notesSlide" Target="/ppt/notesSlides/notesSlide5.xml" Id="R78612888e6a6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0635136044ac4" /><Relationship Type="http://schemas.openxmlformats.org/officeDocument/2006/relationships/notesSlide" Target="/ppt/notesSlides/notesSlide6.xml" Id="Rd77126f7cb7744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3cb2d7b19457c" /><Relationship Type="http://schemas.openxmlformats.org/officeDocument/2006/relationships/notesSlide" Target="/ppt/notesSlides/notesSlide7.xml" Id="Rdacd676ddca14a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a44065a524e25" /><Relationship Type="http://schemas.openxmlformats.org/officeDocument/2006/relationships/notesSlide" Target="/ppt/notesSlides/notesSlide8.xml" Id="R59f57c3840eb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8fc347b2c4baa" /><Relationship Type="http://schemas.openxmlformats.org/officeDocument/2006/relationships/notesSlide" Target="/ppt/notesSlides/notesSlide9.xml" Id="Rfd428a812d364e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F05F3-E22D-48F8-B0CC-C572307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Orbyte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2D76-9207-486A-8CC7-3E948B9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2DF"/>
                </a:solidFill>
                <a:latin typeface="Arial"/>
                <a:ea typeface="Arial"/>
                <a:cs typeface="Arial"/>
              </a:rPr>
              <a:t>Owner-controlled procurement for Malaysian SMEs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96E41-C017-4229-AFD8-8360FC0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AE6D2"/>
                </a:solidFill>
                <a:latin typeface="Arial"/>
                <a:ea typeface="Arial"/>
                <a:cs typeface="Arial"/>
              </a:rPr>
              <a:t>Team Us! · Domain 2 · Orbyte Smart SME Challenge · SDG 8</a:t>
            </a:r>
          </a:p>
        </p:txBody>
      </p:sp>
    </p:spTree>
    <p:extLst>
      <p:ext uri="{BB962C8B-B14F-4D97-AF65-F5344CB8AC3E}">
        <p14:creationId xmlns:p14="http://schemas.microsoft.com/office/powerpoint/2010/main" val="1273771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F9A19-DE35-4A4D-821E-82F7DFE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daily procurement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D288C-7EC7-4F9E-8849-A0417817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1.5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9271C-1203-45A0-838A-BC6F67B8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of milk coverage in the reference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78FEE-6431-42CD-88D5-CED9D1B1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Owners must compare cost with delivery timing, then record a decision they can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99E1-A385-4E85-9988-BA1F377A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18 litres in stock ÷ 12 litres/day</a:t>
            </a:r>
          </a:p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All records are synthetic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1341-B88A-43AC-AB24-FD2F58BC4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dcfdcfe3442ce"/>
          <a:stretch xmlns:a="http://schemas.openxmlformats.org/drawingml/2006/main"/>
        </p:blipFill>
        <p:spPr>
          <a:xfrm xmlns:a="http://schemas.openxmlformats.org/drawingml/2006/main">
            <a:off x="8681680" y="1333500"/>
            <a:ext cx="2353391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12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FA0C7-91C5-4BC5-B5AF-88D8E7CC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cheaper quote arrives later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81AB7-EC93-473E-B207-4E7F49B0259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 60 litres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A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B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Unit 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RM9.50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RM11.00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Quoted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RM570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RM660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Estimated 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4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1 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Arrival vs. stock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2.5 days after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0.5 days before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78ED5-1F1F-4B24-8639-D5EE39B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RM90 premium for earlier estimated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72BE8-2DAE-42A2-B9F3-0F55DB8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Owner decides. Shipping, tax, spoilage and delivery guarantees are not provided.</a:t>
            </a:r>
          </a:p>
        </p:txBody>
      </p:sp>
    </p:spTree>
    <p:extLst>
      <p:ext uri="{BB962C8B-B14F-4D97-AF65-F5344CB8AC3E}">
        <p14:creationId xmlns:p14="http://schemas.microsoft.com/office/powerpoint/2010/main" val="2043180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F45A5-6006-4F7C-90F8-6989B60C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complete approval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8998E-606C-49D7-9DD5-B58EC835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F304D-F1F5-48CD-BB47-449C5B5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E9A8D-E6CE-42FB-AAF4-B5DBDA61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Run the inventory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D17A-ABFD-4FDB-ADEF-EC4CA4A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5C220-C88D-4BFE-BBAB-DC50730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907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9547B-9357-4C68-84D5-04923EB9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907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Read stock and supplier quotes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3AF17-1A6C-4A53-83B3-7BB15B1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AA18B-5557-408B-A9F5-6CED8DD9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F057B-79B4-47B3-93A5-B230E633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Calculate coverage, cost and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F709D-5E3B-4E22-9F63-9EF19CA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98EAE-4AA1-43C6-977B-EA63DAC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195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C6C5D-5062-4F9C-9422-C88A42B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selects an option and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835CC-3FDC-4236-B5E3-A202B9D3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DF3D0-54BE-4CF1-8F1E-C1523CFE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F427F-5ACB-41EC-BAB4-6A08F58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339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Save a draft and persistent audit</a:t>
            </a:r>
          </a:p>
        </p:txBody>
      </p:sp>
    </p:spTree>
    <p:extLst>
      <p:ext uri="{BB962C8B-B14F-4D97-AF65-F5344CB8AC3E}">
        <p14:creationId xmlns:p14="http://schemas.microsoft.com/office/powerpoint/2010/main" val="1630191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45F3C-DF04-44D9-B189-B5F9320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visible, persistent outcome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C1DEC-E41A-47FF-A401-4BCF03BB1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64c84b5464559"/>
          <a:stretch xmlns:a="http://schemas.openxmlformats.org/drawingml/2006/main"/>
        </p:blipFill>
        <p:spPr>
          <a:xfrm xmlns:a="http://schemas.openxmlformats.org/drawingml/2006/main">
            <a:off x="2329873" y="1285875"/>
            <a:ext cx="7513205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37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9F6A0-56BB-4B19-B5F3-1FCB025B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Architecture and the Orbyte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14EA2-B413-4B3E-A69F-BE97B0CC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Operational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2A736-CDBC-4370-88DA-7B557869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Next.js interface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FastAPI + deterministic rules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transaction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SQLite: draft + audit +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DA4AE-5942-4AB4-9CD2-DFA27C99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Optional scenario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139D4-B474-402E-B728-AD8BFB79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4286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Persistent request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Separate worker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Pinned MiroFish service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Approved LLM + Zep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873FE-3F6E-4C23-BA82-F62205A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Mock Orbyte-style connector: our own interface assumption, not an official integration.</a:t>
            </a:r>
          </a:p>
        </p:txBody>
      </p:sp>
    </p:spTree>
    <p:extLst>
      <p:ext uri="{BB962C8B-B14F-4D97-AF65-F5344CB8AC3E}">
        <p14:creationId xmlns:p14="http://schemas.microsoft.com/office/powerpoint/2010/main" val="388717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AA9AE-6F68-4EA3-B1B3-6A927A87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Simulation explores uncertain complications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AA38B-4F70-4B7B-9B33-0CB04CAD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What if ingredient delivery is delayed by three days?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C87E9-5B66-4F14-8A21-98DA41F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Fictional perspectives: owner, purchasing manager, supplier, delivery coordinator and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5ECDA-3F92-406F-B980-4E06491E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Explore menu changes, extra workload and possible mitigation.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Do not turn agent opinions into demand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A09D-D3F8-4A09-8338-67FC06CF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Current state: Gemini check passed; Zep key and live simulation pending.</a:t>
            </a:r>
          </a:p>
        </p:txBody>
      </p:sp>
    </p:spTree>
    <p:extLst>
      <p:ext uri="{BB962C8B-B14F-4D97-AF65-F5344CB8AC3E}">
        <p14:creationId xmlns:p14="http://schemas.microsoft.com/office/powerpoint/2010/main" val="260731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A2497-D78C-4E20-A29B-6128FC8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Impact to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23CA0-48C9-4C5A-9896-B1EBE87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1FB18-035C-4946-9A96-AA471A4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proposed reduction in task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CCB51-DE04-4529-9E14-1294145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Planning baseline: 10 minutes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Target: 7 minutes or less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Neither has been measured yet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326EF-7DB2-4F40-9520-346DEEC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SDG 8.2 / 8.3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3B118-7582-4592-8D1B-EFA7EA0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714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Less repetitive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Traceable owner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 reusable SME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3688-03CA-4D6D-8A8D-57A814FE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Pilot: same synthetic task, alternating task order, recorded errors and assistance.</a:t>
            </a:r>
          </a:p>
        </p:txBody>
      </p:sp>
    </p:spTree>
    <p:extLst>
      <p:ext uri="{BB962C8B-B14F-4D97-AF65-F5344CB8AC3E}">
        <p14:creationId xmlns:p14="http://schemas.microsoft.com/office/powerpoint/2010/main" val="231702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FDB5-95BA-461E-81BA-D3EF82D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Verified build and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F1EAF-B1D4-45F9-860C-7C41A395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Working procurement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D145F-ED5B-45BE-86F1-76B508B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33 backend + 3 component + 4 browser tests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GitHub CI passed; public Replit demo live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and draft persisted after reload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68402-F9B4-4CF3-98D8-CA3A9517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Still to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BDCEE-C4F7-4093-914B-80DA446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Team review, signatures, video and Core eligibility</a:t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Optional MiroFish run · timed SME usability study</a:t>
            </a:r>
          </a:p>
        </p:txBody>
      </p:sp>
    </p:spTree>
    <p:extLst>
      <p:ext uri="{BB962C8B-B14F-4D97-AF65-F5344CB8AC3E}">
        <p14:creationId xmlns:p14="http://schemas.microsoft.com/office/powerpoint/2010/main" val="859982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2026-10-24T14:58:03.2720000Z</dcterms:created>
  <dcterms:modified xsi:type="dcterms:W3CDTF">2026-10-24T14:58:03.2720000Z</dcterms:modified>
</coreProperties>
</file>